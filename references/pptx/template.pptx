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E2752-E552-2E61-A523-C7CD8BFAA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85952B-350C-A5F7-AADF-105F7C38C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436960"/>
      </p:ext>
    </p:extLst>
  </p:cSld>
  <p:clrMapOvr>
    <a:masterClrMapping/>
  </p:clrMapOvr>
</p:sld>
</file>

<file path=ppt/theme/theme1.xml><?xml version="1.0" encoding="utf-8"?>
<a:theme xmlns:a="http://schemas.openxmlformats.org/drawingml/2006/main" name="ギャラリー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ギャラリー</Template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ギャラリー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唐川　遥</dc:creator>
  <cp:lastModifiedBy>唐川　遥</cp:lastModifiedBy>
  <cp:revision>1</cp:revision>
  <dcterms:created xsi:type="dcterms:W3CDTF">2026-03-25T17:18:41Z</dcterms:created>
  <dcterms:modified xsi:type="dcterms:W3CDTF">2026-03-25T17:18:50Z</dcterms:modified>
</cp:coreProperties>
</file>