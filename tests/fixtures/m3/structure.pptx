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package/2006/relationships/metadata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sz="15611"/>
    <p:restoredTop sz="96327"/>
  </p:normalViewPr>
  <p:slideViewPr>
    <p:cSldViewPr snapToGrid="0">
      <p:cViewPr varScale="1">
        <p:scale>
          <a:sx d="100" n="122"/>
          <a:sy d="100" n="122"/>
        </p:scale>
        <p:origin x="224" y="20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538" t="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anchor="t" bIns="45720" lIns="91440" rIns="91440" rtlCol="0" tIns="45720" vert="horz">
            <a:normAutofit/>
          </a:bodyPr>
          <a:lstStyle/>
          <a:p>
            <a:r>
              <a:rPr altLang="en-US" lang="ja-JP"/>
              <a:t>マスター タイトルの書式設定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lang="ja-JP"/>
              <a:t>マスター テキストの書式設定</a:t>
            </a:r>
          </a:p>
          <a:p>
            <a:pPr lvl="1"/>
            <a:r>
              <a:rPr altLang="en-US" lang="ja-JP"/>
              <a:t>第 </a:t>
            </a:r>
            <a:r>
              <a:rPr altLang="ja-JP" lang="en-US"/>
              <a:t>2 </a:t>
            </a:r>
            <a:r>
              <a:rPr altLang="en-US" lang="ja-JP"/>
              <a:t>レベル</a:t>
            </a:r>
          </a:p>
          <a:p>
            <a:pPr lvl="2"/>
            <a:r>
              <a:rPr altLang="en-US" lang="ja-JP"/>
              <a:t>第 </a:t>
            </a:r>
            <a:r>
              <a:rPr altLang="ja-JP" lang="en-US"/>
              <a:t>3 </a:t>
            </a:r>
            <a:r>
              <a:rPr altLang="en-US" lang="ja-JP"/>
              <a:t>レベル</a:t>
            </a:r>
          </a:p>
          <a:p>
            <a:pPr lvl="3"/>
            <a:r>
              <a:rPr altLang="en-US" lang="ja-JP"/>
              <a:t>第 </a:t>
            </a:r>
            <a:r>
              <a:rPr altLang="ja-JP" lang="en-US"/>
              <a:t>4 </a:t>
            </a:r>
            <a:r>
              <a:rPr altLang="en-US" lang="ja-JP"/>
              <a:t>レベル</a:t>
            </a:r>
          </a:p>
          <a:p>
            <a:pPr lvl="4"/>
            <a:r>
              <a:rPr altLang="en-US" lang="ja-JP"/>
              <a:t>第 </a:t>
            </a:r>
            <a:r>
              <a:rPr altLang="ja-JP" lang="en-US"/>
              <a:t>5 </a:t>
            </a:r>
            <a:r>
              <a:rPr altLang="en-US" lang="ja-JP"/>
              <a:t>レベル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dirty="0" lang="en-US"/>
              <a:pPr/>
              <a:t>3/26/26</a:t>
            </a:fld>
            <a:endParaRPr dirty="0"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anchor="t" bIns="45720" lIns="91440" rIns="91440" rtlCol="0" tIns="45720" vert="horz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dirty="0" lang="en-US"/>
              <a:pPr/>
              <a:t>‹#›</a:t>
            </a:fld>
            <a:endParaRPr dirty="0"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b="0" cap="all" i="0" kern="1200" kumimoji="1" sz="320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120000"/>
        </a:lnSpc>
        <a:spcBef>
          <a:spcPts val="1000"/>
        </a:spcBef>
        <a:buClr>
          <a:schemeClr val="accent1"/>
        </a:buClr>
        <a:buSzPct val="100000"/>
        <a:buFont charset="0" panose="020B0604020202020204" pitchFamily="34" typeface="Arial"/>
        <a:buChar char="•"/>
        <a:defRPr kern="1200" kumimoji="1" sz="20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charset="0" panose="020B0604020202020204" pitchFamily="34" typeface="Arial"/>
        <a:buChar char="•"/>
        <a:defRPr baseline="0" cap="none" kern="1200" kumimoji="1" sz="18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charset="0" panose="020B0604020202020204" pitchFamily="34" typeface="Arial"/>
        <a:buChar char="•"/>
        <a:defRPr kern="1200" kumimoji="1" sz="16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charset="0" panose="020B0604020202020204" pitchFamily="34" typeface="Arial"/>
        <a:buChar char="•"/>
        <a:defRPr baseline="0" cap="none" kern="1200" kumimoji="1" sz="14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charset="0" panose="020B0604020202020204" pitchFamily="34" typeface="Arial"/>
        <a:buChar char="•"/>
        <a:defRPr kern="1200" kumimoji="1" sz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charset="0" panose="020B0604020202020204" pitchFamily="34" typeface="Arial"/>
        <a:buChar char="•"/>
        <a:defRPr kern="1200" kumimoji="1" sz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charset="0" panose="020B0604020202020204" pitchFamily="34" typeface="Arial"/>
        <a:buChar char="•"/>
        <a:defRPr kern="1200" kumimoji="1" sz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charset="0" panose="020B0604020202020204" pitchFamily="34" typeface="Arial"/>
        <a:buChar char="•"/>
        <a:defRPr baseline="0" kern="1200" kumimoji="1" sz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charset="0" panose="020B0604020202020204" pitchFamily="34" typeface="Arial"/>
        <a:buChar char="•"/>
        <a:defRPr baseline="0" kern="1200" kumimoji="1" sz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/>
          <a:lstStyle/>
          <a:p>
            <a:pPr lvl="0" indent="0" marL="0">
              <a:buNone/>
            </a:pPr>
            <a:r>
              <a:rPr/>
              <a:t>M3 feasibility structure fixture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-2a34230c-a900-41f2-bf02-1a3955a6447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Placeholder and list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  <a:defRPr/>
            </a:pPr>
            <a:r>
              <a:rPr/>
              <a:t>An ordinary paragraph for the T-301 import feasibility fixture.</a:t>
            </a:r>
          </a:p>
          <a:p>
            <a:pPr lvl="0">
              <a:defRPr/>
            </a:pPr>
            <a:r>
              <a:rPr/>
              <a:t>Bullet one</a:t>
            </a:r>
          </a:p>
          <a:p>
            <a:pPr lvl="0">
              <a:defRPr/>
            </a:pPr>
            <a:r>
              <a:rPr/>
              <a:t>Bullet two</a:t>
            </a:r>
          </a:p>
          <a:p>
            <a:pPr lvl="0" indent="-457200" marL="457200">
              <a:buAutoNum type="arabicPeriod"/>
              <a:defRPr/>
            </a:pPr>
            <a:r>
              <a:rPr/>
              <a:t>Numbered one</a:t>
            </a:r>
          </a:p>
          <a:p>
            <a:pPr lvl="0" indent="-457200" marL="457200">
              <a:buAutoNum type="arabicPeriod"/>
              <a:defRPr/>
            </a:pPr>
            <a:r>
              <a:rPr/>
              <a:t>Numbered two</a:t>
            </a:r>
          </a:p>
        </p:txBody>
      </p:sp>
      <p:pic>
        <p:nvPicPr>
          <p:cNvPr id="4" name="element-48b427a9-7a51-4c66-8d8a-df59a294823a" descr="ca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5152" y="2015732"/>
            <a:ext cx="9525" cy="95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265152" y="2061833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00"/>
              <a:t>Caption fixture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-2761eaa7-58be-4acf-96d1-edee015935c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Second normal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second slide verifies normal layout placeholder structure.</a:t>
            </a:r>
          </a:p>
        </p:txBody>
      </p:sp>
    </p:spTree>
  </p:cSld>
</p:sld>
</file>

<file path=ppt/theme/theme1.xml><?xml version="1.0" encoding="utf-8"?>
<a:theme xmlns:a="http://schemas.openxmlformats.org/drawingml/2006/main" name="ギャラリー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ギャラリー</Template>
  <TotalTime>0</TotalTime>
  <Words>0</Words>
  <Application>Microsoft Macintosh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ギャラリー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M3 feasibility structure fixture</dc:title>
  <dc:creator/>
  <cp:keywords/>
  <dcterms:created xsi:type="dcterms:W3CDTF">2026-10-22T14:46:41Z</dcterms:created>
  <dcterms:modified xsi:type="dcterms:W3CDTF">2026-10-22T14:46:41Z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