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sz="15611"/>
    <p:restoredTop sz="96327"/>
  </p:normalViewPr>
  <p:slideViewPr>
    <p:cSldViewPr snapToGrid="0">
      <p:cViewPr varScale="1">
        <p:scale>
          <a:sx d="100" n="108"/>
          <a:sy d="100" n="108"/>
        </p:scale>
        <p:origin x="115" y="37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65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62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55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36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33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74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74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20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422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9659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48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7084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1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07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989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ja-JP"/>
              <a:t>マスター タイトルの書式設定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altLang="en-US" lang="ja-JP"/>
              <a:t>マスター テキストの書式設定</a:t>
            </a:r>
          </a:p>
          <a:p>
            <a:pPr lvl="1"/>
            <a:r>
              <a:rPr altLang="en-US" lang="ja-JP"/>
              <a:t>第 </a:t>
            </a:r>
            <a:r>
              <a:rPr altLang="ja-JP" lang="en-US"/>
              <a:t>2 </a:t>
            </a:r>
            <a:r>
              <a:rPr altLang="en-US" lang="ja-JP"/>
              <a:t>レベル</a:t>
            </a:r>
          </a:p>
          <a:p>
            <a:pPr lvl="2"/>
            <a:r>
              <a:rPr altLang="en-US" lang="ja-JP"/>
              <a:t>第 </a:t>
            </a:r>
            <a:r>
              <a:rPr altLang="ja-JP" lang="en-US"/>
              <a:t>3 </a:t>
            </a:r>
            <a:r>
              <a:rPr altLang="en-US" lang="ja-JP"/>
              <a:t>レベル</a:t>
            </a:r>
          </a:p>
          <a:p>
            <a:pPr lvl="3"/>
            <a:r>
              <a:rPr altLang="en-US" lang="ja-JP"/>
              <a:t>第 </a:t>
            </a:r>
            <a:r>
              <a:rPr altLang="ja-JP" lang="en-US"/>
              <a:t>4 </a:t>
            </a:r>
            <a:r>
              <a:rPr altLang="en-US" lang="ja-JP"/>
              <a:t>レベル</a:t>
            </a:r>
          </a:p>
          <a:p>
            <a:pPr lvl="4"/>
            <a:r>
              <a:rPr altLang="en-US" lang="ja-JP"/>
              <a:t>第 </a:t>
            </a:r>
            <a:r>
              <a:rPr altLang="ja-JP" lang="en-US"/>
              <a:t>5 </a:t>
            </a:r>
            <a:r>
              <a:rPr altLang="en-US" lang="ja-JP"/>
              <a:t>レベル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r">
              <a:defRPr b="0" i="0" sz="10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3/27/2026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l">
              <a:defRPr b="0" i="0" sz="10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b="0" i="0" sz="32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558600970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kumimoji="1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20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8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6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/>
          <a:lstStyle/>
          <a:p>
            <a:pPr lvl="0" indent="0" marL="0">
              <a:buNone/>
            </a:pPr>
            <a:r>
              <a:rPr/>
              <a:t>M3 self-introduction template fixture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-01532718-36cb-484b-91c6-6cb172b071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Structural fixture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  <a:defRPr/>
            </a:pPr>
            <a:r>
              <a:rPr/>
              <a:t>Ordinary paragraph in a supported body placeholder.</a:t>
            </a:r>
          </a:p>
          <a:p>
            <a:pPr lvl="0">
              <a:defRPr/>
            </a:pPr>
            <a:r>
              <a:rPr/>
              <a:t>Bullet item one</a:t>
            </a:r>
          </a:p>
          <a:p>
            <a:pPr lvl="0">
              <a:defRPr/>
            </a:pPr>
            <a:r>
              <a:rPr/>
              <a:t>Bullet item two</a:t>
            </a:r>
          </a:p>
          <a:p>
            <a:pPr lvl="0" indent="-457200" marL="457200">
              <a:buAutoNum type="arabicPeriod"/>
              <a:defRPr/>
            </a:pPr>
            <a:r>
              <a:rPr/>
              <a:t>Numbered item one</a:t>
            </a:r>
          </a:p>
          <a:p>
            <a:pPr lvl="0" indent="-457200" marL="457200">
              <a:buAutoNum type="arabicPeriod"/>
              <a:defRPr/>
            </a:pPr>
            <a:r>
              <a:rPr/>
              <a:t>Numbered item two</a:t>
            </a:r>
          </a:p>
        </p:txBody>
      </p:sp>
      <p:pic>
        <p:nvPicPr>
          <p:cNvPr id="4" name="element-fb6edd07-207b-479a-ba09-e49cb0cc6f97" descr="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152" y="685800"/>
            <a:ext cx="9525" cy="9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65152" y="731901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00"/>
              <a:t>Caption fixture</a:t>
            </a:r>
          </a:p>
        </p:txBody>
      </p:sp>
    </p:spTree>
  </p:cSld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スライス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self-introduction template fixture</dc:title>
  <dc:creator/>
  <cp:keywords/>
  <dcterms:created xsi:type="dcterms:W3CDTF">2026-10-22T14:51:32Z</dcterms:created>
  <dcterms:modified xsi:type="dcterms:W3CDTF">2026-10-22T14:51:32Z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