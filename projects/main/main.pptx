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タイトルーー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1枚目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テキストを入力</a:t>
            </a:r>
          </a:p>
          <a:p>
            <a:pPr lvl="0"/>
            <a:r>
              <a:rPr/>
              <a:t>箇条書き2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2枚目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2枚目ですよ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タイトルーー</dc:title>
  <dc:creator/>
  <cp:keywords/>
  <dcterms:created xsi:type="dcterms:W3CDTF">2026-03-25T15:25:53Z</dcterms:created>
  <dcterms:modified xsi:type="dcterms:W3CDTF">2026-03-25T15:25:53Z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