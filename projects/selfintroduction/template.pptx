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327"/>
  </p:normalViewPr>
  <p:slideViewPr>
    <p:cSldViewPr snapToGrid="0">
      <p:cViewPr varScale="1">
        <p:scale>
          <a:sx n="108" d="100"/>
          <a:sy n="108" d="100"/>
        </p:scale>
        <p:origin x="115" y="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8653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620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552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366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330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742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172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381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743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209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4227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996592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4846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870842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6150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4079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989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6009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kumimoji="1"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CE2752-E552-2E61-A523-C7CD8BFAA3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985952B-350C-A5F7-AADF-105F7C38C3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8436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813941-F963-F538-E995-4F463C713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7D5C76D-C29D-E7C4-AE06-38FD2E310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8315022"/>
      </p:ext>
    </p:extLst>
  </p:cSld>
  <p:clrMapOvr>
    <a:masterClrMapping/>
  </p:clrMapOvr>
</p:sld>
</file>

<file path=ppt/theme/theme1.xml><?xml version="1.0" encoding="utf-8"?>
<a:theme xmlns:a="http://schemas.openxmlformats.org/drawingml/2006/main" name="スライス">
  <a:themeElements>
    <a:clrScheme name="スライス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スライス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スライス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0</TotalTime>
  <Words>0</Words>
  <Application>Microsoft Office PowerPoint</Application>
  <PresentationFormat>ワイド画面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5" baseType="lpstr">
      <vt:lpstr>Century Gothic</vt:lpstr>
      <vt:lpstr>Wingdings 3</vt:lpstr>
      <vt:lpstr>スライス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唐川　遥</dc:creator>
  <cp:lastModifiedBy>遥 唐川</cp:lastModifiedBy>
  <cp:revision>2</cp:revision>
  <dcterms:created xsi:type="dcterms:W3CDTF">2026-03-25T17:18:41Z</dcterms:created>
  <dcterms:modified xsi:type="dcterms:W3CDTF">2026-03-26T18:37:37Z</dcterms:modified>
</cp:coreProperties>
</file>