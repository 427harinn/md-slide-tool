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package/2006/relationships/metadata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sz="15611"/>
    <p:restoredTop sz="96327"/>
  </p:normalViewPr>
  <p:slideViewPr>
    <p:cSldViewPr snapToGrid="0">
      <p:cViewPr varScale="1">
        <p:scale>
          <a:sx d="100" n="108"/>
          <a:sy d="100" n="108"/>
        </p:scale>
        <p:origin x="115" y="37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653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620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552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36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330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742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743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209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422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9659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484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70842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615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4079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9893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ja-JP"/>
              <a:t>マスター タイトルの書式設定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lvl="0"/>
            <a:r>
              <a:rPr altLang="en-US" lang="ja-JP"/>
              <a:t>マスター テキストの書式設定</a:t>
            </a:r>
          </a:p>
          <a:p>
            <a:pPr lvl="1"/>
            <a:r>
              <a:rPr altLang="en-US" lang="ja-JP"/>
              <a:t>第 </a:t>
            </a:r>
            <a:r>
              <a:rPr altLang="ja-JP" lang="en-US"/>
              <a:t>2 </a:t>
            </a:r>
            <a:r>
              <a:rPr altLang="en-US" lang="ja-JP"/>
              <a:t>レベル</a:t>
            </a:r>
          </a:p>
          <a:p>
            <a:pPr lvl="2"/>
            <a:r>
              <a:rPr altLang="en-US" lang="ja-JP"/>
              <a:t>第 </a:t>
            </a:r>
            <a:r>
              <a:rPr altLang="ja-JP" lang="en-US"/>
              <a:t>3 </a:t>
            </a:r>
            <a:r>
              <a:rPr altLang="en-US" lang="ja-JP"/>
              <a:t>レベル</a:t>
            </a:r>
          </a:p>
          <a:p>
            <a:pPr lvl="3"/>
            <a:r>
              <a:rPr altLang="en-US" lang="ja-JP"/>
              <a:t>第 </a:t>
            </a:r>
            <a:r>
              <a:rPr altLang="ja-JP" lang="en-US"/>
              <a:t>4 </a:t>
            </a:r>
            <a:r>
              <a:rPr altLang="en-US" lang="ja-JP"/>
              <a:t>レベル</a:t>
            </a:r>
          </a:p>
          <a:p>
            <a:pPr lvl="4"/>
            <a:r>
              <a:rPr altLang="en-US" lang="ja-JP"/>
              <a:t>第 </a:t>
            </a:r>
            <a:r>
              <a:rPr altLang="ja-JP" lang="en-US"/>
              <a:t>5 </a:t>
            </a:r>
            <a:r>
              <a:rPr altLang="en-US" lang="ja-JP"/>
              <a:t>レベル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anchor="t" bIns="45720" lIns="91440" rIns="91440" rtlCol="0" tIns="45720" vert="horz"/>
          <a:lstStyle>
            <a:lvl1pPr algn="r">
              <a:defRPr b="0" i="0" sz="100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3/27/2026</a:t>
            </a:fld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anchor="t" bIns="45720" lIns="91440" rIns="91440" rtlCol="0" tIns="45720" vert="horz"/>
          <a:lstStyle>
            <a:lvl1pPr algn="l">
              <a:defRPr b="0" i="0" sz="100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b="0" i="0" sz="320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1558600970"/>
      </p:ext>
    </p:extLst>
  </p:cSld>
  <p:clrMap accent1="accent1" accent2="accent2" accent3="accent3" accent4="accent4" accent5="accent5" accent6="accent6" bg1="dk1" bg2="dk2" folHlink="folHlink" hlink="hlink" tx1="lt1" tx2="lt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eaLnBrk="1" hangingPunct="1" latinLnBrk="0" rtl="0">
        <a:spcBef>
          <a:spcPct val="0"/>
        </a:spcBef>
        <a:buNone/>
        <a:defRPr cap="all" kern="1200" kumimoji="1" sz="3600">
          <a:ln cmpd="sng" w="3175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algn="l" defTabSz="457200" eaLnBrk="1" hangingPunct="1" indent="-285750" latinLnBrk="0" marL="28575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kumimoji="1" sz="20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kumimoji="1" sz="18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algn="l" defTabSz="457200" eaLnBrk="1" hangingPunct="1" indent="-285750" latinLnBrk="0" marL="120015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kumimoji="1" sz="16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algn="l" defTabSz="457200" eaLnBrk="1" hangingPunct="1" indent="-171450" latinLnBrk="0" marL="154305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kumimoji="1" sz="14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algn="l" defTabSz="457200" eaLnBrk="1" hangingPunct="1" indent="-171450" latinLnBrk="0" marL="200025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kumimoji="1" sz="14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kumimoji="1" sz="14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kumimoji="1" sz="14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kumimoji="1" sz="14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spcAft>
          <a:spcPts val="600"/>
        </a:spcAft>
        <a:buClr>
          <a:schemeClr val="tx1"/>
        </a:buClr>
        <a:buSzPct val="80000"/>
        <a:buFont charset="2" panose="05040102010807070707" pitchFamily="18" typeface="Wingdings 3"/>
        <a:buChar char=""/>
        <a:defRPr cap="none" kern="1200" kumimoji="1" sz="1400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kumimoji="1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/>
          <a:lstStyle/>
          <a:p>
            <a:pPr lvl="0" indent="0" marL="0">
              <a:buNone/>
            </a:pPr>
            <a:r>
              <a:rPr/>
              <a:t>自己紹介だよ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ごあいさつaa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/>
              <a:t>本日より入社しました、唐川です</a:t>
            </a:r>
          </a:p>
          <a:p>
            <a:pPr lvl="0">
              <a:defRPr/>
            </a:pPr>
            <a:r>
              <a:rPr/>
              <a:t>まだまだ慣れないことも多いですが、少しずつ頑張っていきます</a:t>
            </a:r>
          </a:p>
          <a:p>
            <a:pPr lvl="0">
              <a:defRPr/>
            </a:pPr>
            <a:r>
              <a:rPr/>
              <a:t>これからよろしくお願いいたします</a:t>
            </a:r>
          </a:p>
        </p:txBody>
      </p:sp>
      <p:pic>
        <p:nvPicPr>
          <p:cNvPr id="4" name="Picture 3" descr="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303" y="320040"/>
            <a:ext cx="2033125" cy="3008376"/>
          </a:xfrm>
          <a:prstGeom prst="rect">
            <a:avLst/>
          </a:prstGeom>
        </p:spPr>
      </p:pic>
      <p:pic>
        <p:nvPicPr>
          <p:cNvPr id="5" name="Picture 4" descr="tes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7212" y="4328440"/>
            <a:ext cx="2333308" cy="1319223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ちょっとだけ自己紹介あ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/>
              <a:t>福岡出身です</a:t>
            </a:r>
          </a:p>
          <a:p>
            <a:pPr lvl="0">
              <a:defRPr/>
            </a:pPr>
            <a:r>
              <a:rPr/>
              <a:t>情報系の大学院にいました</a:t>
            </a:r>
          </a:p>
          <a:p>
            <a:pPr lvl="0">
              <a:defRPr/>
            </a:pPr>
            <a:r>
              <a:rPr/>
              <a:t>ゲーム制作とか、ものづくりが好きです</a:t>
            </a:r>
          </a:p>
        </p:txBody>
      </p:sp>
      <p:pic>
        <p:nvPicPr>
          <p:cNvPr id="4" name="Picture 3" descr="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1644" y="320040"/>
            <a:ext cx="1184444" cy="1752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47212" y="2109216"/>
            <a:ext cx="2333308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00"/>
              <a:t>画像１</a:t>
            </a:r>
          </a:p>
        </p:txBody>
      </p:sp>
      <p:pic>
        <p:nvPicPr>
          <p:cNvPr id="6" name="Picture 5" descr="tes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7212" y="2645944"/>
            <a:ext cx="2333308" cy="13192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47212" y="4001743"/>
            <a:ext cx="2333308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00"/>
              <a:t>画像２</a:t>
            </a:r>
          </a:p>
        </p:txBody>
      </p:sp>
      <p:pic>
        <p:nvPicPr>
          <p:cNvPr id="8" name="Picture 7" descr="tes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7212" y="4790719"/>
            <a:ext cx="2333308" cy="12481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47212" y="6075400"/>
            <a:ext cx="2333308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00"/>
              <a:t>画像３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好きなこと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ゲーム制作（Unity）</a:t>
            </a:r>
          </a:p>
          <a:p>
            <a:pPr lvl="0"/>
            <a:r>
              <a:rPr/>
              <a:t>新しいことを試すこと</a:t>
            </a:r>
          </a:p>
          <a:p>
            <a:pPr lvl="0"/>
            <a:r>
              <a:rPr/>
              <a:t>「どうしたら使いやすいか」を考えるのが好きです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これから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まずは仕事に慣れることを大事にしたいです</a:t>
            </a:r>
          </a:p>
          <a:p>
            <a:pPr lvl="0"/>
            <a:r>
              <a:rPr/>
              <a:t>少しずつできることを増やしていきたいです</a:t>
            </a:r>
          </a:p>
          <a:p>
            <a:pPr lvl="0"/>
            <a:r>
              <a:rPr/>
              <a:t>将来的には「使う人にやさしいもの」を作れるようになりたいです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最後に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分からないことも多いので、いろいろ教えていただけると嬉しいです</a:t>
            </a:r>
          </a:p>
          <a:p>
            <a:pPr lvl="0"/>
            <a:r>
              <a:rPr/>
              <a:t>一日でも早く役に立てるよう頑張ります</a:t>
            </a:r>
          </a:p>
          <a:p>
            <a:pPr lvl="0"/>
            <a:r>
              <a:rPr/>
              <a:t>よろしくお願いします！</a:t>
            </a:r>
          </a:p>
        </p:txBody>
      </p:sp>
    </p:spTree>
  </p:cSld>
</p:sld>
</file>

<file path=ppt/theme/theme1.xml><?xml version="1.0" encoding="utf-8"?>
<a:theme xmlns:a="http://schemas.openxmlformats.org/drawingml/2006/main" name="スライス">
  <a:themeElements>
    <a:clrScheme name="スライス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スライス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スライス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0</Words>
  <Application>Microsoft Office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Century Gothic</vt:lpstr>
      <vt:lpstr>Wingdings 3</vt:lpstr>
      <vt:lpstr>スライス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自己紹介だよ</dc:title>
  <dc:creator/>
  <cp:keywords/>
  <dcterms:created xsi:type="dcterms:W3CDTF">2026-07-23T01:52:32Z</dcterms:created>
  <dcterms:modified xsi:type="dcterms:W3CDTF">2026-07-23T01:52:32Z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