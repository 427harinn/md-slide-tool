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sz="15611"/>
    <p:restoredTop sz="96327"/>
  </p:normalViewPr>
  <p:slideViewPr>
    <p:cSldViewPr snapToGrid="0">
      <p:cViewPr varScale="1">
        <p:scale>
          <a:sx d="100" n="122"/>
          <a:sy d="100" n="122"/>
        </p:scale>
        <p:origin x="224" y="20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Relationship Id="rId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48A87A34-81AB-432B-8DAE-1953F412C126}" type="datetimeFigureOut">
              <a:rPr lang="en-US" dirty="0"/>
              <a:pPr/>
              <a:t>3/26/26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3/26/26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media/image1.jpg" Type="http://schemas.openxmlformats.org/officeDocument/2006/relationships/imag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538" t="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en-US" lang="ja-JP"/>
              <a:t>マスター タイトルの書式設定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ja-JP"/>
              <a:t>マスター テキストの書式設定</a:t>
            </a:r>
          </a:p>
          <a:p>
            <a:pPr lvl="1"/>
            <a:r>
              <a:rPr altLang="en-US" lang="ja-JP"/>
              <a:t>第 </a:t>
            </a:r>
            <a:r>
              <a:rPr altLang="ja-JP" lang="en-US"/>
              <a:t>2 </a:t>
            </a:r>
            <a:r>
              <a:rPr altLang="en-US" lang="ja-JP"/>
              <a:t>レベル</a:t>
            </a:r>
          </a:p>
          <a:p>
            <a:pPr lvl="2"/>
            <a:r>
              <a:rPr altLang="en-US" lang="ja-JP"/>
              <a:t>第 </a:t>
            </a:r>
            <a:r>
              <a:rPr altLang="ja-JP" lang="en-US"/>
              <a:t>3 </a:t>
            </a:r>
            <a:r>
              <a:rPr altLang="en-US" lang="ja-JP"/>
              <a:t>レベル</a:t>
            </a:r>
          </a:p>
          <a:p>
            <a:pPr lvl="3"/>
            <a:r>
              <a:rPr altLang="en-US" lang="ja-JP"/>
              <a:t>第 </a:t>
            </a:r>
            <a:r>
              <a:rPr altLang="ja-JP" lang="en-US"/>
              <a:t>4 </a:t>
            </a:r>
            <a:r>
              <a:rPr altLang="en-US" lang="ja-JP"/>
              <a:t>レベル</a:t>
            </a:r>
          </a:p>
          <a:p>
            <a:pPr lvl="4"/>
            <a:r>
              <a:rPr altLang="en-US" lang="ja-JP"/>
              <a:t>第 </a:t>
            </a:r>
            <a:r>
              <a:rPr altLang="ja-JP" lang="en-US"/>
              <a:t>5 </a:t>
            </a:r>
            <a:r>
              <a:rPr altLang="en-US" lang="ja-JP"/>
              <a:t>レベル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dirty="0" lang="en-US"/>
              <a:pPr/>
              <a:t>3/26/26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anchor="t" bIns="45720" lIns="91440" rIns="91440" rtlCol="0" tIns="45720" vert="horz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dirty="0" lang="en-US"/>
              <a:pPr/>
              <a:t>‹#›</a:t>
            </a:fld>
            <a:endParaRPr dirty="0"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="0" cap="all" i="0" kern="1200" kumimoji="1" sz="320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20000"/>
        </a:lnSpc>
        <a:spcBef>
          <a:spcPts val="10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20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cap="none" kern="1200" kumimoji="1" sz="18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6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cap="none" kern="1200" kumimoji="1" sz="14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120000"/>
        </a:lnSpc>
        <a:spcBef>
          <a:spcPts val="500"/>
        </a:spcBef>
        <a:buClr>
          <a:schemeClr val="accent1"/>
        </a:buClr>
        <a:buSzPct val="100000"/>
        <a:buFont charset="0" panose="020B0604020202020204" pitchFamily="34" typeface="Arial"/>
        <a:buChar char="•"/>
        <a:defRPr baseline="0" kern="1200" kumimoji="1" sz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kumimoji="1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/>
          <a:lstStyle/>
          <a:p>
            <a:pPr lvl="0" indent="0" marL="0">
              <a:buNone/>
            </a:pPr>
            <a:r>
              <a:rPr/>
              <a:t>自己紹介だよ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ごあいさつ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本日より入社しました、唐川です</a:t>
            </a:r>
          </a:p>
          <a:p>
            <a:pPr lvl="0"/>
            <a:r>
              <a:rPr/>
              <a:t>まだまだ慣れないことも多いですが、少しずつ頑張っていきます</a:t>
            </a:r>
          </a:p>
          <a:p>
            <a:pPr lvl="0"/>
            <a:r>
              <a:rPr/>
              <a:t>これからよろしくお願いいたします！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ちょっとだけ自己紹介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福岡出身です</a:t>
            </a:r>
          </a:p>
          <a:p>
            <a:pPr lvl="0"/>
            <a:r>
              <a:rPr/>
              <a:t>情報系の大学院にいました</a:t>
            </a:r>
          </a:p>
          <a:p>
            <a:pPr lvl="0"/>
            <a:r>
              <a:rPr/>
              <a:t>ゲーム制作とか、ものづくりが好きです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好きなこと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ゲーム制作（Unity）</a:t>
            </a:r>
          </a:p>
          <a:p>
            <a:pPr lvl="0"/>
            <a:r>
              <a:rPr/>
              <a:t>新しいことを試すこと</a:t>
            </a:r>
          </a:p>
          <a:p>
            <a:pPr lvl="0"/>
            <a:r>
              <a:rPr/>
              <a:t>「どうしたら使いやすいか」を考えるのが好きです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これから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まずは仕事に慣れることを大事にしたいです</a:t>
            </a:r>
          </a:p>
          <a:p>
            <a:pPr lvl="0"/>
            <a:r>
              <a:rPr/>
              <a:t>少しずつできることを増やしていきたいです</a:t>
            </a:r>
          </a:p>
          <a:p>
            <a:pPr lvl="0"/>
            <a:r>
              <a:rPr/>
              <a:t>将来的には「使う人にやさしいもの」を作れるようになりたいです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最後に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分からないことも多いので、いろいろ教えていただけると嬉しいです</a:t>
            </a:r>
          </a:p>
          <a:p>
            <a:pPr lvl="0"/>
            <a:r>
              <a:rPr/>
              <a:t>一日でも早く役に立てるよう頑張ります</a:t>
            </a:r>
          </a:p>
          <a:p>
            <a:pPr lvl="0"/>
            <a:r>
              <a:rPr/>
              <a:t>よろしくお願いします！</a:t>
            </a:r>
          </a:p>
        </p:txBody>
      </p:sp>
    </p:spTree>
  </p:cSld>
</p:sld>
</file>

<file path=ppt/theme/theme1.xml><?xml version="1.0" encoding="utf-8"?>
<a:theme xmlns:a="http://schemas.openxmlformats.org/drawingml/2006/main" name="ギャラリー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ギャラリー</Template>
  <TotalTime>0</TotalTime>
  <Words>0</Words>
  <Application>Microsoft Macintosh PowerPoint</Application>
  <PresentationFormat>ワイド画面</PresentationFormat>
  <Paragraphs>0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ギャラリー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自己紹介だよ</dc:title>
  <dc:creator/>
  <cp:keywords/>
  <dcterms:created xsi:type="dcterms:W3CDTF">2026-03-26T18:16:26Z</dcterms:created>
  <dcterms:modified xsi:type="dcterms:W3CDTF">2026-03-26T18:16:26Z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toc-title">
    <vt:lpwstr>Table of contents</vt:lpwstr>
  </property>
</Properties>
</file>