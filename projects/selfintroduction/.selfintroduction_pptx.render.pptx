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自己紹介だよ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ごあいさつ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本日より入社しました、唐川です</a:t>
            </a:r>
          </a:p>
          <a:p>
            <a:pPr lvl="0"/>
            <a:r>
              <a:rPr/>
              <a:t>まだまだ慣れないことも多いですが、少しずつ頑張っていきます</a:t>
            </a:r>
          </a:p>
          <a:p>
            <a:pPr lvl="0"/>
            <a:r>
              <a:rPr/>
              <a:t>これからよろしくお願いいたします！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ちょっとだけ自己紹介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福岡出身です</a:t>
            </a:r>
          </a:p>
          <a:p>
            <a:pPr lvl="0"/>
            <a:r>
              <a:rPr/>
              <a:t>情報系の大学院にいました</a:t>
            </a:r>
          </a:p>
          <a:p>
            <a:pPr lvl="0"/>
            <a:r>
              <a:rPr/>
              <a:t>ゲーム制作とか、ものづくりが好きです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好きなこと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ゲーム制作（Unity）</a:t>
            </a:r>
          </a:p>
          <a:p>
            <a:pPr lvl="0"/>
            <a:r>
              <a:rPr/>
              <a:t>新しいことを試すこと</a:t>
            </a:r>
          </a:p>
          <a:p>
            <a:pPr lvl="0"/>
            <a:r>
              <a:rPr/>
              <a:t>「どうしたら使いやすいか」を考えるのが好きです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これから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まずは仕事に慣れることを大事にしたいです</a:t>
            </a:r>
          </a:p>
          <a:p>
            <a:pPr lvl="0"/>
            <a:r>
              <a:rPr/>
              <a:t>少しずつできることを増やしていきたいです</a:t>
            </a:r>
          </a:p>
          <a:p>
            <a:pPr lvl="0"/>
            <a:r>
              <a:rPr/>
              <a:t>将来的には「使う人にやさしいもの」を作れるようになりたいです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最後に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分からないことも多いので、いろいろ教えていただけると嬉しいです</a:t>
            </a:r>
          </a:p>
          <a:p>
            <a:pPr lvl="0"/>
            <a:r>
              <a:rPr/>
              <a:t>一日でも早く役に立てるよう頑張ります</a:t>
            </a:r>
          </a:p>
          <a:p>
            <a:pPr lvl="0"/>
            <a:r>
              <a:rPr/>
              <a:t>よろしくお願いします！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自己紹介だよ</dc:title>
  <dc:creator/>
  <cp:keywords/>
  <dcterms:created xsi:type="dcterms:W3CDTF">2026-03-26T18:29:55Z</dcterms:created>
  <dcterms:modified xsi:type="dcterms:W3CDTF">2026-03-26T18:29:55Z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ngines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