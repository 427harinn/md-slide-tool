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自己紹介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自己紹介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名前：</a:t>
            </a:r>
          </a:p>
          <a:p>
            <a:pPr lvl="0"/>
            <a:r>
              <a:rPr/>
              <a:t>出身地：</a:t>
            </a:r>
          </a:p>
          <a:p>
            <a:pPr lvl="0"/>
            <a:r>
              <a:rPr/>
              <a:t>趣味：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2枚目の内容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</dc:title>
  <dc:creator/>
  <cp:keywords/>
  <dcterms:created xsi:type="dcterms:W3CDTF">2026-03-26T14:37:34Z</dcterms:created>
  <dcterms:modified xsi:type="dcterms:W3CDTF">2026-03-26T14:37:34Z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