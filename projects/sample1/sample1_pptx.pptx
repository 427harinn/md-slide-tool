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15611"/>
    <p:restoredTop sz="96327"/>
  </p:normalViewPr>
  <p:slideViewPr>
    <p:cSldViewPr snapToGrid="0">
      <p:cViewPr varScale="1">
        <p:scale>
          <a:sx d="100" n="122"/>
          <a:sy d="100" n="122"/>
        </p:scale>
        <p:origin x="224" y="20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Relationship Id="rId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38" t="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en-US" lang="ja-JP"/>
              <a:t>マスター タイトルの書式設定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ja-JP"/>
              <a:t>マスター テキストの書式設定</a:t>
            </a:r>
          </a:p>
          <a:p>
            <a:pPr lvl="1"/>
            <a:r>
              <a:rPr altLang="en-US" lang="ja-JP"/>
              <a:t>第 </a:t>
            </a:r>
            <a:r>
              <a:rPr altLang="ja-JP" lang="en-US"/>
              <a:t>2 </a:t>
            </a:r>
            <a:r>
              <a:rPr altLang="en-US" lang="ja-JP"/>
              <a:t>レベル</a:t>
            </a:r>
          </a:p>
          <a:p>
            <a:pPr lvl="2"/>
            <a:r>
              <a:rPr altLang="en-US" lang="ja-JP"/>
              <a:t>第 </a:t>
            </a:r>
            <a:r>
              <a:rPr altLang="ja-JP" lang="en-US"/>
              <a:t>3 </a:t>
            </a:r>
            <a:r>
              <a:rPr altLang="en-US" lang="ja-JP"/>
              <a:t>レベル</a:t>
            </a:r>
          </a:p>
          <a:p>
            <a:pPr lvl="3"/>
            <a:r>
              <a:rPr altLang="en-US" lang="ja-JP"/>
              <a:t>第 </a:t>
            </a:r>
            <a:r>
              <a:rPr altLang="ja-JP" lang="en-US"/>
              <a:t>4 </a:t>
            </a:r>
            <a:r>
              <a:rPr altLang="en-US" lang="ja-JP"/>
              <a:t>レベル</a:t>
            </a:r>
          </a:p>
          <a:p>
            <a:pPr lvl="4"/>
            <a:r>
              <a:rPr altLang="en-US" lang="ja-JP"/>
              <a:t>第 </a:t>
            </a:r>
            <a:r>
              <a:rPr altLang="ja-JP" lang="en-US"/>
              <a:t>5 </a:t>
            </a:r>
            <a:r>
              <a:rPr altLang="en-US" lang="ja-JP"/>
              <a:t>レベル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dirty="0" lang="en-US"/>
              <a:pPr/>
              <a:t>3/26/26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dirty="0" lang="en-US"/>
              <a:pPr/>
              <a:t>‹#›</a:t>
            </a:fld>
            <a:endParaRPr dirty="0"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0" cap="all" i="0" kern="1200" kumimoji="1" sz="3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20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8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6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cap="none" kern="1200" kumimoji="1" sz="14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20000"/>
        </a:lnSpc>
        <a:spcBef>
          <a:spcPts val="500"/>
        </a:spcBef>
        <a:buClr>
          <a:schemeClr val="accent1"/>
        </a:buClr>
        <a:buSzPct val="100000"/>
        <a:buFont charset="0" panose="020B0604020202020204" pitchFamily="34" typeface="Arial"/>
        <a:buChar char="•"/>
        <a:defRPr baseline="0" kern="1200" kumimoji="1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テキストを入力</a:t>
            </a:r>
          </a:p>
          <a:p>
            <a:pPr lvl="0"/>
            <a:r>
              <a:rPr/>
              <a:t>箇条書き2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2枚目の内容aaaaaあああ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3枚目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3枚目の内容あああああ</a:t>
            </a:r>
          </a:p>
        </p:txBody>
      </p:sp>
    </p:spTree>
  </p:cSld>
</p:sld>
</file>

<file path=ppt/theme/theme1.xml><?xml version="1.0" encoding="utf-8"?>
<a:theme xmlns:a="http://schemas.openxmlformats.org/drawingml/2006/main" name="ギャラリー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ギャラリー</Template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ギャラリー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sample1</dc:title>
  <dc:creator/>
  <cp:keywords/>
  <dcterms:created xsi:type="dcterms:W3CDTF">2026-03-26T13:31:22Z</dcterms:created>
  <dcterms:modified xsi:type="dcterms:W3CDTF">2026-03-26T13:31:22Z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