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0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324F27-C7D5-642D-B27F-BF408D1A6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7AAD4F5-887A-D1A5-8604-17919A289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6460D8-DD00-B948-19DF-343C8BF6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BF6EA6-0A26-3156-5E70-3EBBF5AF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980376-3F3F-0586-E199-1C724C5EE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78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8BDDDF-7E69-89E8-1C14-0E6A6AC1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877062-EAC7-BAA4-A5B6-B6E8E5F3C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0C6976-EC9E-14C3-C0C7-13C5D047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224600-23DF-1820-D594-4BC72EAD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F4A05D-AB15-BA82-BB76-57DBF4CE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140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6C4515-82CF-BAC1-5D69-AA4F4E91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8173D0-45F7-56EE-2B10-6F8162BC6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02C865-E6C0-892B-BCC4-30897C26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1B898E-41F0-5A83-4A0B-953D8CC5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2CE5CB-B319-20B3-98BF-101ECC9BD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43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A00F32-941C-788F-8D32-2AA9280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BA0C9C-3A1A-194B-28B3-42DF368F1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E015DB-1C11-860B-E7E5-0358A2AB2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C007A1-EEB0-BEC0-2F9C-5D5CDE4A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9BAA1D-B506-5355-55B8-586F159F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38B266-0D24-8C2A-923B-2C763AB4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1564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AB82D1-CB79-2D6E-1D52-EB763BFEB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474812-4684-2602-AD81-AEE304AFA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1026A3-1B76-3992-4EDE-90E7BACEC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9547FC-1349-7442-FDD9-A58613915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B7AB2DA-BF2D-A84B-BBFE-5DF326A05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DD8882C-1F1E-2224-4DD7-9EA6CC08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20ECC2C-0834-98F7-F65E-A4E3B07A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E501E22-EEF5-1152-C436-9C5D4977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9639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D5A5C-B86C-6EBE-5ACD-63023BCD3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BFF5EFA-B3C6-744F-A065-D0B08E09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6C35D7D-BF25-E3E2-B3CA-2F006AE5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DA1A034-4C7E-3FD9-2594-D1EA6DFE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10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02A3CB-31F2-0A18-30CD-F835CED0B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D1CF6E-98D5-54CA-9C2D-4B3304F6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E2EF95-CA34-1D50-E234-95A24BF04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929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ADF4CB-E114-5A6E-97BC-E98FCA9E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74CB9A-839B-A878-9760-CE8E2DE9A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0BC34B-314D-4D06-9D71-207A23C3A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323C46-6C93-1225-F2E0-BC2EB706E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0671F7-C848-0027-035E-94AE3FF5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3BEB7C-ABBB-8645-2D20-8ECB644A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393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8BFED1-A309-1517-53E3-3B92862DD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C79D12E-0A66-7E04-94F4-08E6E5AC0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F33359-4AAB-1137-7F28-F27DE40E5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2A46E0-3517-F2A9-C9F0-B689AE3EA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D20624-B392-3752-E656-2ADDAFA7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3BD77E0-1410-A0EA-35F7-288A598B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93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38C48C-E173-C16B-6538-5B7606DE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D13FCC-4BDC-3ABA-4697-DCED8BFFA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6C902E-4778-4C22-34BA-268A8292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0EC2B3-1122-D8ED-53BE-BEAD20A5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C614E7-E9B5-4CF5-EC89-F9D88378A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371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F46FB6-B6F7-FC73-5C17-841023F8C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717C18A-6D35-611A-A459-446EFCB81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71E39D-8958-791A-C4BF-24338EC15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9594F2-8568-910B-0717-4B852583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E9DA61-55BC-FB8A-3385-B547B860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865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F9CD931-60CD-25D2-6C74-FDA2F11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7F41FD-A58B-30D9-BA65-74274C263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92E8F2-0BDD-6AF4-ACDB-5FA8880A0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D9027B-9728-1FB8-D8AE-B41EB3003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7DE179-5FB2-4B7D-6DAC-280DD05D4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97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F7D4D3-CE4F-198D-E47A-DD512C86A7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33EF018-24E3-15A0-8DAC-B2820750DF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2537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301E3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遥 唐川</dc:creator>
  <cp:lastModifiedBy>遥 唐川</cp:lastModifiedBy>
  <cp:revision>2</cp:revision>
  <dcterms:created xsi:type="dcterms:W3CDTF">2026-10-13T02:04:04Z</dcterms:created>
  <dcterms:modified xsi:type="dcterms:W3CDTF">2026-10-13T02:10:53Z</dcterms:modified>
</cp:coreProperties>
</file>